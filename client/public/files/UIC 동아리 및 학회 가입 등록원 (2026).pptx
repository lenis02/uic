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8999538"/>
  <p:notesSz cx="6858000" cy="9144000"/>
  <p:embeddedFontLst>
    <p:embeddedFont>
      <p:font typeface="나눔스퀘어OTF_ac Bold" panose="020B0600000101010101" pitchFamily="34" charset="-127"/>
      <p:bold r:id="rId6"/>
    </p:embeddedFont>
    <p:embeddedFont>
      <p:font typeface="나눔스퀘어OTF_ac ExtraBold" panose="020B0600000101010101" pitchFamily="34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326" autoAdjust="0"/>
  </p:normalViewPr>
  <p:slideViewPr>
    <p:cSldViewPr snapToGrid="0">
      <p:cViewPr>
        <p:scale>
          <a:sx n="125" d="100"/>
          <a:sy n="125" d="100"/>
        </p:scale>
        <p:origin x="-656" y="-1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원 이" userId="ff2a5de05bb14eba" providerId="LiveId" clId="{EB4BB3B0-35B7-494C-B83E-C15FE30E160D}"/>
    <pc:docChg chg="modSld">
      <pc:chgData name="동원 이" userId="ff2a5de05bb14eba" providerId="LiveId" clId="{EB4BB3B0-35B7-494C-B83E-C15FE30E160D}" dt="2026-03-08T09:48:32.437" v="0" actId="1036"/>
      <pc:docMkLst>
        <pc:docMk/>
      </pc:docMkLst>
      <pc:sldChg chg="modSp mod">
        <pc:chgData name="동원 이" userId="ff2a5de05bb14eba" providerId="LiveId" clId="{EB4BB3B0-35B7-494C-B83E-C15FE30E160D}" dt="2026-03-08T09:48:32.437" v="0" actId="1036"/>
        <pc:sldMkLst>
          <pc:docMk/>
          <pc:sldMk cId="601175344" sldId="257"/>
        </pc:sldMkLst>
        <pc:graphicFrameChg chg="mod">
          <ac:chgData name="동원 이" userId="ff2a5de05bb14eba" providerId="LiveId" clId="{EB4BB3B0-35B7-494C-B83E-C15FE30E160D}" dt="2026-03-08T09:48:32.437" v="0" actId="1036"/>
          <ac:graphicFrameMkLst>
            <pc:docMk/>
            <pc:sldMk cId="601175344" sldId="257"/>
            <ac:graphicFrameMk id="2" creationId="{ED34F507-3A91-C208-F3BE-166DAC17662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D6592-CEFE-4399-8024-C7CFA789065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8A430-3A14-447E-B8BC-3452FDBFE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51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57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78AC-DA96-E418-8BC6-8CDCADDA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C0A8CF-66DC-E3EE-38A4-7002029A8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8195AC-BEE9-18A1-45C7-489B7336B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ABF9BB-2DAC-DD73-2183-85C0C052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970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B50E-1634-AA90-AA16-23695870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3CAF9A-DE52-E252-0000-35773DE5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9C7E8B-478B-3015-F315-D83506936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D0A5FA-1055-637F-96C5-E08436559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089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72842"/>
            <a:ext cx="5829300" cy="313317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726842"/>
            <a:ext cx="5143500" cy="217280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5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09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43638"/>
            <a:ext cx="5915025" cy="374355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022610"/>
            <a:ext cx="5915025" cy="196864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102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95710"/>
            <a:ext cx="291465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95710"/>
            <a:ext cx="291465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10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79144"/>
            <a:ext cx="5915025" cy="17394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06137"/>
            <a:ext cx="2901255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287331"/>
            <a:ext cx="2901255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06137"/>
            <a:ext cx="2915543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287331"/>
            <a:ext cx="2915543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660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46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95769"/>
            <a:ext cx="3471863" cy="639550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1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95769"/>
            <a:ext cx="3471863" cy="639550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78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18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79142"/>
            <a:ext cx="1478756" cy="762669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79142"/>
            <a:ext cx="4350544" cy="762669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86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79144"/>
            <a:ext cx="5915025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95710"/>
            <a:ext cx="5915025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78B2B-AF1D-4BB4-B061-FC3DEB0A0CA6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341240"/>
            <a:ext cx="231457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907D1-C245-4345-9325-47D8D30FB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76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B57B9F-18E8-6B4E-913A-E877A1DA4030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AAF78-586A-39BD-02DE-4F75BD17A9BF}"/>
              </a:ext>
            </a:extLst>
          </p:cNvPr>
          <p:cNvSpPr txBox="1"/>
          <p:nvPr/>
        </p:nvSpPr>
        <p:spPr>
          <a:xfrm>
            <a:off x="879088" y="2033199"/>
            <a:ext cx="5099824" cy="10310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전국 대학생 투자동아리 연합회</a:t>
            </a:r>
            <a:endParaRPr lang="en-US" altLang="ko-KR" sz="28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endParaRPr lang="en-US" altLang="ko-KR" sz="5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r>
              <a:rPr lang="ko-KR" altLang="en-US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[UIC]</a:t>
            </a:r>
            <a:endParaRPr lang="ko-KR" altLang="en-US" sz="28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B0163-803D-1508-DB76-921A3280A6C8}"/>
              </a:ext>
            </a:extLst>
          </p:cNvPr>
          <p:cNvSpPr txBox="1"/>
          <p:nvPr/>
        </p:nvSpPr>
        <p:spPr>
          <a:xfrm>
            <a:off x="879088" y="4038103"/>
            <a:ext cx="50998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 </a:t>
            </a:r>
            <a:r>
              <a:rPr lang="ko-KR" altLang="en-US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동아리 및 학회 가입 </a:t>
            </a:r>
            <a:r>
              <a:rPr lang="ko-KR" altLang="en-US" sz="24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등록원</a:t>
            </a:r>
            <a:r>
              <a:rPr lang="ko-KR" altLang="en-US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  <a:endParaRPr lang="ko-KR" altLang="en-US" sz="24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6AA1D8-F792-5636-74D0-9F4A0EF1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986" y="7908820"/>
            <a:ext cx="660131" cy="385177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4F2D43A-14BC-6965-856F-89DF8B998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01995"/>
              </p:ext>
            </p:extLst>
          </p:nvPr>
        </p:nvGraphicFramePr>
        <p:xfrm>
          <a:off x="1589513" y="5909302"/>
          <a:ext cx="3678973" cy="1774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3105">
                  <a:extLst>
                    <a:ext uri="{9D8B030D-6E8A-4147-A177-3AD203B41FA5}">
                      <a16:colId xmlns:a16="http://schemas.microsoft.com/office/drawing/2014/main" val="1820583658"/>
                    </a:ext>
                  </a:extLst>
                </a:gridCol>
                <a:gridCol w="2165868">
                  <a:extLst>
                    <a:ext uri="{9D8B030D-6E8A-4147-A177-3AD203B41FA5}">
                      <a16:colId xmlns:a16="http://schemas.microsoft.com/office/drawing/2014/main" val="2584148620"/>
                    </a:ext>
                  </a:extLst>
                </a:gridCol>
              </a:tblGrid>
              <a:tr h="354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  교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대학교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184216"/>
                  </a:ext>
                </a:extLst>
              </a:tr>
              <a:tr h="354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동아리 및 </a:t>
                      </a:r>
                      <a:r>
                        <a:rPr lang="ko-KR" altLang="en-US" sz="14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학회명</a:t>
                      </a:r>
                      <a:endParaRPr lang="ko-KR" altLang="en-US" sz="14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877193"/>
                  </a:ext>
                </a:extLst>
              </a:tr>
              <a:tr h="35490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  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이름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: 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146722"/>
                  </a:ext>
                </a:extLst>
              </a:tr>
              <a:tr h="3549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H.P : 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881692"/>
                  </a:ext>
                </a:extLst>
              </a:tr>
              <a:tr h="3549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E-mail : 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240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7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C9BC-7931-6E0A-A9E0-39E013A3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407A12-1575-45B4-4AF7-D420856991BD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34F507-3A91-C208-F3BE-166DAC176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462119"/>
              </p:ext>
            </p:extLst>
          </p:nvPr>
        </p:nvGraphicFramePr>
        <p:xfrm>
          <a:off x="585441" y="537676"/>
          <a:ext cx="5687120" cy="7925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6362">
                  <a:extLst>
                    <a:ext uri="{9D8B030D-6E8A-4147-A177-3AD203B41FA5}">
                      <a16:colId xmlns:a16="http://schemas.microsoft.com/office/drawing/2014/main" val="381862465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02104796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3236741529"/>
                    </a:ext>
                  </a:extLst>
                </a:gridCol>
                <a:gridCol w="1771678">
                  <a:extLst>
                    <a:ext uri="{9D8B030D-6E8A-4147-A177-3AD203B41FA5}">
                      <a16:colId xmlns:a16="http://schemas.microsoft.com/office/drawing/2014/main" val="956457916"/>
                    </a:ext>
                  </a:extLst>
                </a:gridCol>
              </a:tblGrid>
              <a:tr h="585004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동아리 및 학회 가입 </a:t>
                      </a:r>
                      <a:r>
                        <a:rPr lang="ko-KR" altLang="en-US" sz="1600" dirty="0" err="1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등록원</a:t>
                      </a:r>
                      <a:endParaRPr lang="ko-KR" altLang="en-US" sz="1600" dirty="0">
                        <a:latin typeface="나눔스퀘어OTF_ac ExtraBold" panose="020B0600000101010101" pitchFamily="34" charset="-127"/>
                        <a:ea typeface="나눔스퀘어OTF_ac Extra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48418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학교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동아리 및 </a:t>
                      </a:r>
                      <a:r>
                        <a:rPr lang="ko-KR" altLang="en-US" sz="12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학회명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6993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주소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00777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창립일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20OO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년 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월 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회원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562014"/>
                  </a:ext>
                </a:extLst>
              </a:tr>
              <a:tr h="15113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동아리 및 학회 로고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동아리 및 학회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단체사진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48618"/>
                  </a:ext>
                </a:extLst>
              </a:tr>
              <a:tr h="4203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동아리 및 학회 소개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23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17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4052-B9E3-A540-F521-73E1B1DA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>
            <a:extLst>
              <a:ext uri="{FF2B5EF4-FFF2-40B4-BE49-F238E27FC236}">
                <a16:creationId xmlns:a16="http://schemas.microsoft.com/office/drawing/2014/main" id="{7CC918C1-5A96-2E73-5585-200FBD8DA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365" y="7242208"/>
            <a:ext cx="763875" cy="68042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9920C05-2932-2D06-4B26-33A4E43E3C5B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83FF389-7D2E-C14D-B780-8EFFD0729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235359"/>
              </p:ext>
            </p:extLst>
          </p:nvPr>
        </p:nvGraphicFramePr>
        <p:xfrm>
          <a:off x="585441" y="532596"/>
          <a:ext cx="5687120" cy="79351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7120">
                  <a:extLst>
                    <a:ext uri="{9D8B030D-6E8A-4147-A177-3AD203B41FA5}">
                      <a16:colId xmlns:a16="http://schemas.microsoft.com/office/drawing/2014/main" val="3818624655"/>
                    </a:ext>
                  </a:extLst>
                </a:gridCol>
              </a:tblGrid>
              <a:tr h="5850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안 내 사 항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48418"/>
                  </a:ext>
                </a:extLst>
              </a:tr>
              <a:tr h="2496820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본 연합회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이하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‘UIC’)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의 회비는 한 학기당 수도권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9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만 원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비수도권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7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만 원이다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에서 제공하는 세미나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포럼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심포지엄 등의 학술적 프로그램은 반기 기준 정기총회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 이상 참석한 회원에 한하여 제공한다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금융 자격증 외 기타 동영상 강의 및 자격증 취득 지원 프로그램은 반기 기준 정기총회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 이상 참석한 회원에 한하여 제공한다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소속 동아리 회장단은 상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/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하반기 회장단 간담회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(3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월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7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월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)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에 반드시 참석해야 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탈퇴를 원할 경우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탈퇴 사유를 작성하여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측에 제출해야 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위 동아리 및 학회 가입 등록원의 허위 기재 적발 시 즉시 탈퇴 처리된다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69935"/>
                  </a:ext>
                </a:extLst>
              </a:tr>
              <a:tr h="30467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본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(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동아리 및 </a:t>
                      </a:r>
                      <a:r>
                        <a:rPr lang="ko-KR" altLang="en-US" sz="12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학회명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)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는 전국 대학생 투자동아리 연합회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(UIC)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의 산하 동아리로서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연합회 회칙을 준수하며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대표자를 비롯한 전 회원이 본 회의 설립 취지와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그 목적에 성실히 이행할 것을 서약합니다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48618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2315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74E9EE-CCFC-DC00-07F8-4401654C0BC8}"/>
              </a:ext>
            </a:extLst>
          </p:cNvPr>
          <p:cNvSpPr txBox="1"/>
          <p:nvPr/>
        </p:nvSpPr>
        <p:spPr>
          <a:xfrm>
            <a:off x="879088" y="4137393"/>
            <a:ext cx="50998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서  약  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5E991-AD26-69A8-281B-A7AE045F03E4}"/>
              </a:ext>
            </a:extLst>
          </p:cNvPr>
          <p:cNvSpPr txBox="1"/>
          <p:nvPr/>
        </p:nvSpPr>
        <p:spPr>
          <a:xfrm>
            <a:off x="2154044" y="5897858"/>
            <a:ext cx="254991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20OO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년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월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376C8-F031-4D76-2FD7-B55E1AD92372}"/>
              </a:ext>
            </a:extLst>
          </p:cNvPr>
          <p:cNvSpPr txBox="1"/>
          <p:nvPr/>
        </p:nvSpPr>
        <p:spPr>
          <a:xfrm>
            <a:off x="3271644" y="6315016"/>
            <a:ext cx="254991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회장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           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성명           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(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인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)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8EF94-864D-38C8-5D41-32F0257AA19B}"/>
              </a:ext>
            </a:extLst>
          </p:cNvPr>
          <p:cNvSpPr txBox="1"/>
          <p:nvPr/>
        </p:nvSpPr>
        <p:spPr>
          <a:xfrm>
            <a:off x="1036444" y="7397755"/>
            <a:ext cx="478511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전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국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학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생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투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자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동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아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리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연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합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회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67380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1019</TotalTime>
  <Words>249</Words>
  <Application>Microsoft Office PowerPoint</Application>
  <PresentationFormat>사용자 지정</PresentationFormat>
  <Paragraphs>46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궁서</vt:lpstr>
      <vt:lpstr>나눔스퀘어OTF_ac ExtraBold</vt:lpstr>
      <vt:lpstr>Calibri Light</vt:lpstr>
      <vt:lpstr>나눔스퀘어OTF_ac 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동원 이</dc:creator>
  <cp:lastModifiedBy>동원 이</cp:lastModifiedBy>
  <cp:revision>1</cp:revision>
  <dcterms:created xsi:type="dcterms:W3CDTF">2026-03-07T16:49:17Z</dcterms:created>
  <dcterms:modified xsi:type="dcterms:W3CDTF">2026-03-08T09:48:41Z</dcterms:modified>
</cp:coreProperties>
</file>